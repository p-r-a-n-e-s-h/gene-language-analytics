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7" r:id="rId3"/>
    <p:sldId id="268" r:id="rId4"/>
    <p:sldId id="258" r:id="rId5"/>
    <p:sldId id="270" r:id="rId6"/>
    <p:sldId id="271" r:id="rId7"/>
    <p:sldId id="269" r:id="rId8"/>
    <p:sldId id="272" r:id="rId9"/>
    <p:sldId id="259" r:id="rId10"/>
    <p:sldId id="260" r:id="rId11"/>
    <p:sldId id="273" r:id="rId12"/>
    <p:sldId id="261" r:id="rId13"/>
    <p:sldId id="266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43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05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88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8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67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9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9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0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5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2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0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BB5BF66-9C50-4116-8D1E-0D08A70801F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602493E-703B-4E5D-B4CF-94A189AD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3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5FFB-0170-8DC6-79DA-8C9933892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INTELLIGENCE OF BIOLOGICAL SYSTEMS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3B0A7-21DC-07C2-B01D-F5FCC9D9F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146066"/>
            <a:ext cx="6801612" cy="1239894"/>
          </a:xfrm>
        </p:spPr>
        <p:txBody>
          <a:bodyPr/>
          <a:lstStyle/>
          <a:p>
            <a:r>
              <a:rPr lang="en-GB" b="1" dirty="0"/>
              <a:t>GENE LANGUAGE ANALYTICS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C3BFA-0B63-04C6-ABB3-73137249BDB2}"/>
              </a:ext>
            </a:extLst>
          </p:cNvPr>
          <p:cNvSpPr txBox="1"/>
          <p:nvPr/>
        </p:nvSpPr>
        <p:spPr>
          <a:xfrm>
            <a:off x="5781368" y="5157738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Rockwell (Body)"/>
                <a:cs typeface="Biome" panose="020B0503030204020804" pitchFamily="34" charset="0"/>
              </a:rPr>
              <a:t>1.ABDUL AZHAR                     - CB.SC.U4AIE24301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Rockwell (Body)"/>
                <a:cs typeface="Biome" panose="020B0503030204020804" pitchFamily="34" charset="0"/>
              </a:rPr>
              <a:t>2.DEEPAK PRABHU.R             -  CB.SC.U4AIE24312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Rockwell (Body)"/>
                <a:cs typeface="Biome" panose="020B0503030204020804" pitchFamily="34" charset="0"/>
              </a:rPr>
              <a:t>3.PRANESH.M                          - CB.SC.U4AIE24345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Rockwell (Body)"/>
                <a:cs typeface="Biome" panose="020B0503030204020804" pitchFamily="34" charset="0"/>
              </a:rPr>
              <a:t>4.SANDHIYA.D                         - CB.SC.U4AIE24353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CCE9F-4E1A-3FD2-AA2A-BD92708B7DE9}"/>
              </a:ext>
            </a:extLst>
          </p:cNvPr>
          <p:cNvSpPr txBox="1"/>
          <p:nvPr/>
        </p:nvSpPr>
        <p:spPr>
          <a:xfrm>
            <a:off x="5781368" y="4696073"/>
            <a:ext cx="2261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Rockwell (Body)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Rockwell (Body)"/>
                <a:cs typeface="Biome" panose="020B0503030204020804" pitchFamily="34" charset="0"/>
              </a:rPr>
              <a:t>DONE BY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AF237-80A3-C8A8-7F4E-EB73CD78C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11" y="1026036"/>
            <a:ext cx="3887692" cy="134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1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DCB72-A81F-D1AE-2683-574E61E8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4B8445-B2EB-8B1E-E83C-5C4200C7E1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608135"/>
            <a:ext cx="772972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DNA is the fundamental language of life, composed of four nucleotides: A, T, G, C.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Genes contain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exons (coding)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introns (non-coding)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Distinguishing these is vital for gene annotation and disease research.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Treat DNA as a language and decode it computationally.</a:t>
            </a:r>
          </a:p>
        </p:txBody>
      </p:sp>
    </p:spTree>
    <p:extLst>
      <p:ext uri="{BB962C8B-B14F-4D97-AF65-F5344CB8AC3E}">
        <p14:creationId xmlns:p14="http://schemas.microsoft.com/office/powerpoint/2010/main" val="428164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DE1E-F620-167A-F98F-E2A1A4661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0ADAC8-A2D7-579D-20DA-B3FF579C04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415433"/>
            <a:ext cx="891864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gene annotation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time-consuming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error-prone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the rapid growth of genomic data,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pattern recognition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essential.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Understanding gene structure helps in: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Accurate genome annotation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Disease mutation identification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Genetic engineering and therapeutics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Aim: Apply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 concepts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biological sequence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92803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6B2B-BCFE-A9AE-4C17-DD0EE4708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A36C0D-B183-E0E4-7E37-4A8857F513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692025"/>
            <a:ext cx="784692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Download or generate labeled FASTA data for exons and introns.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k-</a:t>
            </a:r>
            <a:r>
              <a:rPr lang="en-US" altLang="en-US" sz="2000" b="1" dirty="0" err="1">
                <a:solidFill>
                  <a:schemeClr val="tx1"/>
                </a:solidFill>
              </a:rPr>
              <a:t>mer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(short sequence fragments, like 3-mers or 4-mers).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these as a “Bag-of-Words” model for DNA.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XGBoost classifier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learn exon vs intron patterns.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 accuracy, visualize feature importance, and validate using 5-fold cross-validation.</a:t>
            </a:r>
          </a:p>
        </p:txBody>
      </p:sp>
    </p:spTree>
    <p:extLst>
      <p:ext uri="{BB962C8B-B14F-4D97-AF65-F5344CB8AC3E}">
        <p14:creationId xmlns:p14="http://schemas.microsoft.com/office/powerpoint/2010/main" val="218934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CB4B-42D8-B826-A473-C6489611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53A3E3-586A-101A-DB6F-1A8ECBDFF0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450099"/>
            <a:ext cx="727173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Retained in mature mRNA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Encode protein-coding information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Typically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GC-rich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during RNA splicing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 not code for proteins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Usually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AT-rich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longer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Sequence composition differences form the basis for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066381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A251-6910-CA25-B567-3EE78DED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description 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4F185A-99FA-7943-3545-480D728E38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296210"/>
            <a:ext cx="816839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Source: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Exon-Intron Database (EID) and BRCA2 gene data from NCBI.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sequence is labeled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&gt;Exon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&gt;Intron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Number of sequences: ~80–100.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Format: FASTA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 a text-based representation of nucleotide sequences.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Preprocessing: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ambiguous bases (N).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Normalized sequences to uppercase.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Ensured minimum sequence length &gt; 100 bp.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03914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1CA3-8FC2-A4DB-B7AF-957C4E9F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8F3A66-6A97-466D-19C4-9259F96308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525329"/>
            <a:ext cx="772972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computational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can differentiate between exons and introns.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FASTA-labeled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containing DNA sequences tagged as Exon or Intron.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Represent DNA as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numerical language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frequency-based encoding.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supervised learning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perform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098855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5A5C-B792-482A-971C-902845A9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Preprocessing 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899A6E-40D0-087C-F9A1-1E4236FCEA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620223"/>
            <a:ext cx="58839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Cleaned raw sequences for non-standard characters.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Converted all sequences to uppercase.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short or invalid sequences.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Split dataset: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70% training, 30% testing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Encoded labels → Exon = 0, Intron = 1.</a:t>
            </a:r>
          </a:p>
        </p:txBody>
      </p:sp>
    </p:spTree>
    <p:extLst>
      <p:ext uri="{BB962C8B-B14F-4D97-AF65-F5344CB8AC3E}">
        <p14:creationId xmlns:p14="http://schemas.microsoft.com/office/powerpoint/2010/main" val="308927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5E9B-A4CA-3EE3-CBD6-807EBA5E8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402ABB-188C-5A20-085C-C1B20996D8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764280"/>
            <a:ext cx="781743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achieved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~94–96%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labeled FASTA data.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separation between coding and non-coding sequences.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 influential k-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identified (GC-rich motifs for exons, AT-rich for introns).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Confusion matrix confirms strong prediction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4608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9F0F-660C-2E35-CD14-302E3F16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4349-AEAA-B04C-526D-EDEDB2417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101983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GB" sz="2000" dirty="0"/>
              <a:t>DNA behaves like a structured language.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Machine learning models can decode genetic syntax.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XGBoost achieves high, biologically consistent accuracy.</a:t>
            </a:r>
          </a:p>
          <a:p>
            <a:pPr>
              <a:buClr>
                <a:schemeClr val="tx1"/>
              </a:buClr>
            </a:pPr>
            <a:r>
              <a:rPr lang="en-GB" sz="2000" b="1" dirty="0"/>
              <a:t>GC-rich motifs</a:t>
            </a:r>
            <a:r>
              <a:rPr lang="en-GB" sz="2000" dirty="0"/>
              <a:t> strongly influenced Exon prediction, while </a:t>
            </a:r>
            <a:r>
              <a:rPr lang="en-GB" sz="2000" b="1" dirty="0"/>
              <a:t>AT-rich regions</a:t>
            </a:r>
            <a:r>
              <a:rPr lang="en-GB" sz="2000" dirty="0"/>
              <a:t> characterized Introns.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The </a:t>
            </a:r>
            <a:r>
              <a:rPr lang="en-GB" sz="2000" b="1" dirty="0"/>
              <a:t>confusion matrix</a:t>
            </a:r>
            <a:r>
              <a:rPr lang="en-GB" sz="2000" dirty="0"/>
              <a:t> showed very few misclassifications, validating model reliability.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The model </a:t>
            </a:r>
            <a:r>
              <a:rPr lang="en-GB" sz="2000" b="1" dirty="0"/>
              <a:t>learned biologically relevant patterns automatically</a:t>
            </a:r>
            <a:r>
              <a:rPr lang="en-GB" sz="2000" dirty="0"/>
              <a:t>, proving that genetic syntax can be captured computationally.</a:t>
            </a:r>
          </a:p>
          <a:p>
            <a:pPr>
              <a:buClr>
                <a:schemeClr val="tx1"/>
              </a:buClr>
            </a:pPr>
            <a:endParaRPr lang="en-GB" sz="2000" dirty="0"/>
          </a:p>
          <a:p>
            <a:pPr>
              <a:buClr>
                <a:schemeClr val="tx1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529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01DDC0-9186-579F-96EF-ED879BB28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4" y="1619088"/>
            <a:ext cx="3962400" cy="3619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72532F-A54A-D5B2-4FC0-598EF3B9F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503" y="1619088"/>
            <a:ext cx="6971071" cy="361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8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8819-0B20-0CEE-E0D8-962DCDDEC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630396"/>
            <a:ext cx="7729728" cy="1188720"/>
          </a:xfrm>
        </p:spPr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14FCD8-0252-EEFD-DFCF-38C7CC7A65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5" y="1899945"/>
            <a:ext cx="816156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DNA behaves like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structured language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recognizable patterns and motifs.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K-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frequency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effectively represents genetic sequences as linguistic features.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XGBoost algorithm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successfully differentiates coding and non-coding regions with high interpretability.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model bridges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 and molecular biology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revealing hidden gene structure.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study confirms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 language analytics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can decode biological information computationally.</a:t>
            </a:r>
          </a:p>
        </p:txBody>
      </p:sp>
    </p:spTree>
    <p:extLst>
      <p:ext uri="{BB962C8B-B14F-4D97-AF65-F5344CB8AC3E}">
        <p14:creationId xmlns:p14="http://schemas.microsoft.com/office/powerpoint/2010/main" val="4089168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046F-193F-665E-FF0F-2532CBD8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47AF-C0FA-2573-5CFC-0D5263EC3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</a:pPr>
            <a:r>
              <a:rPr lang="en-GB" sz="2000" dirty="0"/>
              <a:t>Expand the dataset to include </a:t>
            </a:r>
            <a:r>
              <a:rPr lang="en-GB" sz="2000" b="1" dirty="0"/>
              <a:t>multiple genes and species</a:t>
            </a:r>
            <a:r>
              <a:rPr lang="en-GB" sz="2000" dirty="0"/>
              <a:t> for stronger generalization.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Integrate </a:t>
            </a:r>
            <a:r>
              <a:rPr lang="en-GB" sz="2000" b="1" dirty="0"/>
              <a:t>deep learning models (CNN, RNN)</a:t>
            </a:r>
            <a:r>
              <a:rPr lang="en-GB" sz="2000" dirty="0"/>
              <a:t> to capture advanced sequence dependencies.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Combine with </a:t>
            </a:r>
            <a:r>
              <a:rPr lang="en-GB" sz="2000" b="1" dirty="0"/>
              <a:t>RNA-</a:t>
            </a:r>
            <a:r>
              <a:rPr lang="en-GB" sz="2000" b="1" dirty="0" err="1"/>
              <a:t>seq</a:t>
            </a:r>
            <a:r>
              <a:rPr lang="en-GB" sz="2000" b="1" dirty="0"/>
              <a:t> and transcriptome data</a:t>
            </a:r>
            <a:r>
              <a:rPr lang="en-GB" sz="2000" dirty="0"/>
              <a:t> for experimental validation.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Apply the model to </a:t>
            </a:r>
            <a:r>
              <a:rPr lang="en-GB" sz="2000" b="1" dirty="0"/>
              <a:t>mutation analysis and splicing site prediction</a:t>
            </a:r>
            <a:r>
              <a:rPr lang="en-GB" sz="2000" dirty="0"/>
              <a:t> in medical genomics.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Develop a </a:t>
            </a:r>
            <a:r>
              <a:rPr lang="en-GB" sz="2000" b="1" dirty="0"/>
              <a:t>fully automated gene annotation system</a:t>
            </a:r>
            <a:r>
              <a:rPr lang="en-GB" sz="2000" dirty="0"/>
              <a:t> for personalized medicine and genomic research.</a:t>
            </a:r>
          </a:p>
          <a:p>
            <a:pPr>
              <a:buClr>
                <a:schemeClr val="tx1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8005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E94A-64BD-ED60-29FC-69A143055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485066"/>
            <a:ext cx="8991600" cy="1645920"/>
          </a:xfrm>
        </p:spPr>
        <p:txBody>
          <a:bodyPr/>
          <a:lstStyle/>
          <a:p>
            <a:r>
              <a:rPr lang="en-GB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03021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91</TotalTime>
  <Words>655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Rockwell (Body)</vt:lpstr>
      <vt:lpstr>Parcel</vt:lpstr>
      <vt:lpstr>INTELLIGENCE OF BIOLOGICAL SYSTEMS</vt:lpstr>
      <vt:lpstr>Introduction </vt:lpstr>
      <vt:lpstr>motivation</vt:lpstr>
      <vt:lpstr>methodology</vt:lpstr>
      <vt:lpstr>overview</vt:lpstr>
      <vt:lpstr>Dataset description </vt:lpstr>
      <vt:lpstr>Problem statement</vt:lpstr>
      <vt:lpstr>Data Preprocessing </vt:lpstr>
      <vt:lpstr>Implementation </vt:lpstr>
      <vt:lpstr>Results </vt:lpstr>
      <vt:lpstr>PowerPoint Presentation</vt:lpstr>
      <vt:lpstr>conclusion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sandhiya dharmalingam</dc:creator>
  <cp:lastModifiedBy>sandhiya dharmalingam</cp:lastModifiedBy>
  <cp:revision>1</cp:revision>
  <dcterms:created xsi:type="dcterms:W3CDTF">2025-10-08T13:48:59Z</dcterms:created>
  <dcterms:modified xsi:type="dcterms:W3CDTF">2025-10-08T15:20:54Z</dcterms:modified>
</cp:coreProperties>
</file>